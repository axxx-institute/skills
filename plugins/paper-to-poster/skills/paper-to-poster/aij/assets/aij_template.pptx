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1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pos="4320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orient="horz" pos="218" userDrawn="1">
          <p15:clr>
            <a:srgbClr val="A4A3A4"/>
          </p15:clr>
        </p15:guide>
        <p15:guide id="6" pos="300" userDrawn="1">
          <p15:clr>
            <a:srgbClr val="A4A3A4"/>
          </p15:clr>
        </p15:guide>
        <p15:guide id="7" pos="4020" userDrawn="1">
          <p15:clr>
            <a:srgbClr val="A4A3A4"/>
          </p15:clr>
        </p15:guide>
        <p15:guide id="8" orient="horz" pos="5865" userDrawn="1">
          <p15:clr>
            <a:srgbClr val="A4A3A4"/>
          </p15:clr>
        </p15:guide>
        <p15:guide id="9" orient="horz" pos="898" userDrawn="1">
          <p15:clr>
            <a:srgbClr val="A4A3A4"/>
          </p15:clr>
        </p15:guide>
        <p15:guide id="10" orient="horz" pos="56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D374"/>
    <a:srgbClr val="1D61C0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6"/>
    <p:restoredTop sz="94621"/>
  </p:normalViewPr>
  <p:slideViewPr>
    <p:cSldViewPr snapToGrid="0">
      <p:cViewPr varScale="1">
        <p:scale>
          <a:sx n="102" d="100"/>
          <a:sy n="102" d="100"/>
        </p:scale>
        <p:origin x="3352" y="192"/>
      </p:cViewPr>
      <p:guideLst>
        <p:guide orient="horz" pos="6241"/>
        <p:guide/>
        <p:guide pos="4320"/>
        <p:guide orient="horz"/>
        <p:guide orient="horz" pos="218"/>
        <p:guide pos="300"/>
        <p:guide pos="4020"/>
        <p:guide orient="horz" pos="5865"/>
        <p:guide orient="horz" pos="898"/>
        <p:guide orient="horz" pos="56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805C6-37C1-1E4B-B143-C45C93086204}" type="datetimeFigureOut">
              <a:rPr lang="ru-BY" smtClean="0"/>
              <a:t>9/24/26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E46A3-1084-E540-87B6-9BFE76B8D342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1001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E46A3-1084-E540-87B6-9BFE76B8D342}" type="slidenum">
              <a:rPr lang="ru-BY" smtClean="0"/>
              <a:t>1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1849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91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81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5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0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08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41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11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17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21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50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C918D-AB8F-A04B-AF7C-2E4DE0C9DDCB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6CBAD-E26D-2B42-95FA-5A3E2013B8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784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B38852-05B9-0E2E-51E3-5EB72180E8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>
            <a:off x="-73005" y="-61736"/>
            <a:ext cx="7004011" cy="1003106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B3060CF-77B1-FF5D-41EC-6C9FDE68E5D6}"/>
              </a:ext>
            </a:extLst>
          </p:cNvPr>
          <p:cNvGrpSpPr/>
          <p:nvPr/>
        </p:nvGrpSpPr>
        <p:grpSpPr>
          <a:xfrm>
            <a:off x="489698" y="9273550"/>
            <a:ext cx="2641979" cy="534628"/>
            <a:chOff x="476250" y="9325625"/>
            <a:chExt cx="2641979" cy="53462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DC99EB-D624-F09F-78F0-8DFA796A5FA6}"/>
                </a:ext>
              </a:extLst>
            </p:cNvPr>
            <p:cNvSpPr txBox="1"/>
            <p:nvPr/>
          </p:nvSpPr>
          <p:spPr>
            <a:xfrm>
              <a:off x="481393" y="9325625"/>
              <a:ext cx="2636836" cy="307777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ru-RU" sz="700" baseline="300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  <a:t>1</a:t>
              </a:r>
              <a:r>
                <a:rPr lang="ru-RU" sz="7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  <a:t> ООО «Ромашка», </a:t>
              </a:r>
              <a:r>
                <a:rPr lang="ru-RU" sz="700" baseline="30000" dirty="0">
                  <a:solidFill>
                    <a:schemeClr val="bg1"/>
                  </a:solidFill>
                  <a:latin typeface="SB Sans Text" panose="020B0503040504020204" pitchFamily="34" charset="-52"/>
                  <a:cs typeface="SB Sans Text" panose="020B0503040504020204" pitchFamily="34" charset="-52"/>
                </a:rPr>
                <a:t>2</a:t>
              </a:r>
              <a:r>
                <a:rPr lang="ru-RU" sz="7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  <a:t> ООО «Василек», </a:t>
              </a:r>
              <a:br>
                <a:rPr lang="ru-RU" sz="7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</a:br>
              <a:r>
                <a:rPr lang="ru-RU" sz="700" baseline="30000" dirty="0">
                  <a:solidFill>
                    <a:schemeClr val="bg1"/>
                  </a:solidFill>
                  <a:latin typeface="SB Sans Text" panose="020B0503040504020204" pitchFamily="34" charset="-52"/>
                  <a:cs typeface="SB Sans Text" panose="020B0503040504020204" pitchFamily="34" charset="-52"/>
                </a:rPr>
                <a:t>3</a:t>
              </a:r>
              <a:r>
                <a:rPr lang="ru-RU" sz="7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  <a:t> ООО «Одуванчик», </a:t>
              </a:r>
              <a:r>
                <a:rPr lang="ru-RU" sz="700" baseline="30000" dirty="0">
                  <a:solidFill>
                    <a:schemeClr val="bg1"/>
                  </a:solidFill>
                  <a:latin typeface="SB Sans Text" panose="020B0503040504020204" pitchFamily="34" charset="-52"/>
                  <a:cs typeface="SB Sans Text" panose="020B0503040504020204" pitchFamily="34" charset="-52"/>
                </a:rPr>
                <a:t>4</a:t>
              </a:r>
              <a:r>
                <a:rPr lang="ru-RU" sz="7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  <a:t> ООО «Незабудка»</a:t>
              </a:r>
              <a:endParaRPr lang="ru-RU" sz="700" baseline="30000" dirty="0">
                <a:solidFill>
                  <a:schemeClr val="bg1"/>
                </a:solidFill>
                <a:latin typeface="SB Sans Text" panose="020B0503040504020204" pitchFamily="34" charset="-52"/>
                <a:cs typeface="SB Sans Text" panose="020B0503040504020204" pitchFamily="34" charset="-52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5AA973-5E0C-7DA3-B7E5-586040598250}"/>
                </a:ext>
              </a:extLst>
            </p:cNvPr>
            <p:cNvSpPr txBox="1"/>
            <p:nvPr/>
          </p:nvSpPr>
          <p:spPr>
            <a:xfrm>
              <a:off x="476250" y="9660198"/>
              <a:ext cx="2636836" cy="200055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US" sz="7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  <a:t>Group contact: december@mail.ru</a:t>
              </a:r>
              <a:r>
                <a:rPr lang="ru-RU" sz="700" dirty="0">
                  <a:solidFill>
                    <a:schemeClr val="bg1"/>
                  </a:solidFill>
                  <a:effectLst/>
                  <a:latin typeface="SB Sans Text" panose="020B0503040504020204" pitchFamily="34" charset="-52"/>
                  <a:cs typeface="SB Sans Text" panose="020B0503040504020204" pitchFamily="34" charset="-52"/>
                </a:rPr>
                <a:t> </a:t>
              </a:r>
              <a:endParaRPr lang="ru-RU" sz="700" dirty="0">
                <a:solidFill>
                  <a:schemeClr val="bg1"/>
                </a:solidFill>
                <a:latin typeface="SB Sans Text" panose="020B0503040504020204" pitchFamily="34" charset="-52"/>
                <a:cs typeface="SB Sans Text" panose="020B0503040504020204" pitchFamily="34" charset="-52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8B0D85-F209-8574-7F26-09F5E1843256}"/>
              </a:ext>
            </a:extLst>
          </p:cNvPr>
          <p:cNvSpPr txBox="1"/>
          <p:nvPr/>
        </p:nvSpPr>
        <p:spPr>
          <a:xfrm>
            <a:off x="466490" y="315868"/>
            <a:ext cx="3021107" cy="4224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300" dirty="0">
                <a:solidFill>
                  <a:schemeClr val="bg1"/>
                </a:solidFill>
                <a:effectLst/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Векторное поле экспериментов </a:t>
            </a:r>
          </a:p>
          <a:p>
            <a:pPr>
              <a:lnSpc>
                <a:spcPct val="80000"/>
              </a:lnSpc>
            </a:pPr>
            <a:r>
              <a:rPr lang="ru-RU" sz="1300" dirty="0">
                <a:solidFill>
                  <a:schemeClr val="bg1"/>
                </a:solidFill>
                <a:effectLst/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как арифметическая прогрессия</a:t>
            </a:r>
            <a:endParaRPr lang="ru-RU" sz="1300" dirty="0">
              <a:solidFill>
                <a:schemeClr val="bg1"/>
              </a:solidFill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458738-291D-ADC8-448C-5B56D63541DA}"/>
              </a:ext>
            </a:extLst>
          </p:cNvPr>
          <p:cNvSpPr txBox="1"/>
          <p:nvPr/>
        </p:nvSpPr>
        <p:spPr>
          <a:xfrm>
            <a:off x="475076" y="782093"/>
            <a:ext cx="2840541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ru-RU" sz="7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Пестель П. И.</a:t>
            </a:r>
            <a:r>
              <a:rPr lang="ru-RU" sz="700" baseline="30000" dirty="0">
                <a:solidFill>
                  <a:schemeClr val="bg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1</a:t>
            </a:r>
            <a:r>
              <a:rPr lang="ru-RU" sz="7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, Рылеев К. Ф.</a:t>
            </a:r>
            <a:r>
              <a:rPr lang="ru-RU" sz="700" baseline="300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2</a:t>
            </a:r>
            <a:r>
              <a:rPr lang="ru-RU" sz="7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, Муравьев – Апостол С. И.</a:t>
            </a:r>
            <a:r>
              <a:rPr lang="ru-RU" sz="700" baseline="300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3</a:t>
            </a:r>
            <a:r>
              <a:rPr lang="ru-RU" sz="7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,</a:t>
            </a:r>
            <a:br>
              <a:rPr lang="ru-RU" sz="7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</a:br>
            <a:r>
              <a:rPr lang="ru-RU" sz="7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Бестужев – Рюмин М. П. </a:t>
            </a:r>
            <a:r>
              <a:rPr lang="ru-RU" sz="700" baseline="30000" dirty="0">
                <a:solidFill>
                  <a:schemeClr val="bg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4</a:t>
            </a:r>
            <a:r>
              <a:rPr lang="ru-RU" sz="700" dirty="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rPr>
              <a:t>, Каховский П. Г. </a:t>
            </a:r>
            <a:r>
              <a:rPr lang="ru-RU" sz="700" baseline="30000" dirty="0">
                <a:solidFill>
                  <a:schemeClr val="bg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618340-C42E-54F9-1757-B27B0945BA9B}"/>
              </a:ext>
            </a:extLst>
          </p:cNvPr>
          <p:cNvSpPr txBox="1"/>
          <p:nvPr/>
        </p:nvSpPr>
        <p:spPr>
          <a:xfrm>
            <a:off x="1107831" y="8409712"/>
            <a:ext cx="1578219" cy="5232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defRPr sz="700" baseline="3000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defRPr>
            </a:lvl1pPr>
          </a:lstStyle>
          <a:p>
            <a:r>
              <a:rPr lang="ru-RU" baseline="0" dirty="0">
                <a:solidFill>
                  <a:schemeClr val="tx1"/>
                </a:solidFill>
              </a:rPr>
              <a:t>В нижней части шаблона следует ввести названия компаний, предоставить электронную почту и вставить логотипы компаний. </a:t>
            </a:r>
          </a:p>
        </p:txBody>
      </p:sp>
      <p:pic>
        <p:nvPicPr>
          <p:cNvPr id="40" name="Рисунок 39" descr="Изображение выглядит как Графика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45C47D8E-9DB5-128E-6D9E-247578E8A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93" y="8597179"/>
            <a:ext cx="212957" cy="37789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377F9B8-E1F3-270B-9CC1-06E3E51C0A86}"/>
              </a:ext>
            </a:extLst>
          </p:cNvPr>
          <p:cNvSpPr txBox="1"/>
          <p:nvPr/>
        </p:nvSpPr>
        <p:spPr>
          <a:xfrm>
            <a:off x="3667357" y="8409712"/>
            <a:ext cx="2190518" cy="4154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defRPr sz="700" baseline="3000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defRPr>
            </a:lvl1pPr>
          </a:lstStyle>
          <a:p>
            <a:r>
              <a:rPr lang="ru-RU" baseline="0" dirty="0">
                <a:solidFill>
                  <a:schemeClr val="tx1"/>
                </a:solidFill>
              </a:rPr>
              <a:t>В нижней части можно разместить QR-код(ы) на аккаунты в социальных сетях или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ru-RU" baseline="0" dirty="0">
                <a:solidFill>
                  <a:schemeClr val="tx1"/>
                </a:solidFill>
              </a:rPr>
              <a:t>официальный сайт проекта. </a:t>
            </a:r>
          </a:p>
        </p:txBody>
      </p:sp>
      <p:pic>
        <p:nvPicPr>
          <p:cNvPr id="43" name="Рисунок 42" descr="Изображение выглядит как Графика, графический дизайн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E493D7B3-7BCD-9105-4E90-C4BA9B59D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828" y="8591935"/>
            <a:ext cx="212957" cy="37789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0AEC980-2087-CAA4-40C5-9F93FEF3C5EA}"/>
              </a:ext>
            </a:extLst>
          </p:cNvPr>
          <p:cNvSpPr txBox="1"/>
          <p:nvPr/>
        </p:nvSpPr>
        <p:spPr>
          <a:xfrm>
            <a:off x="1576880" y="4124521"/>
            <a:ext cx="3921918" cy="83099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ru-RU" sz="1200" dirty="0">
                <a:solidFill>
                  <a:srgbClr val="CFCFCF"/>
                </a:solidFill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Пространство по центру может быть использовано по вашему усмотрению для загрузки изображений, текстов, графических материалов по проекту. </a:t>
            </a:r>
            <a:r>
              <a:rPr lang="ru-RU" sz="1200" dirty="0">
                <a:effectLst/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Просьба не менять цвет фона. </a:t>
            </a:r>
            <a:endParaRPr lang="ru-RU" sz="1200" dirty="0"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7262F718-ADA0-9D5B-8C8D-04796A156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360" y="3637356"/>
            <a:ext cx="363517" cy="415741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D9FFD5A-E271-ABDD-0A21-E9E9C68077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476124" y="3637356"/>
            <a:ext cx="363517" cy="415741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76BE850C-EF96-E433-2CB0-15D3F66388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018360" y="5026941"/>
            <a:ext cx="363517" cy="415741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E3CE9D3D-3855-238D-B1DC-FE68963C6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5476124" y="5026941"/>
            <a:ext cx="363517" cy="41574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91CAAFD-3120-D067-FB22-46579810D1DD}"/>
              </a:ext>
            </a:extLst>
          </p:cNvPr>
          <p:cNvSpPr txBox="1"/>
          <p:nvPr/>
        </p:nvSpPr>
        <p:spPr>
          <a:xfrm>
            <a:off x="1107831" y="1575517"/>
            <a:ext cx="2249442" cy="4154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1pPr>
              <a:defRPr sz="700" baseline="30000">
                <a:solidFill>
                  <a:schemeClr val="bg1"/>
                </a:solidFill>
                <a:effectLst/>
                <a:latin typeface="SB Sans Text" panose="020B0503040504020204" pitchFamily="34" charset="-52"/>
                <a:cs typeface="SB Sans Text" panose="020B0503040504020204" pitchFamily="34" charset="-52"/>
              </a:defRPr>
            </a:lvl1pPr>
          </a:lstStyle>
          <a:p>
            <a:r>
              <a:rPr lang="ru-RU" baseline="0" dirty="0">
                <a:solidFill>
                  <a:schemeClr val="tx1"/>
                </a:solidFill>
              </a:rPr>
              <a:t>В шапке шаблона следует ввести название вашего проекта и его тему, вписать имя/имена участников исследования.</a:t>
            </a:r>
          </a:p>
        </p:txBody>
      </p:sp>
      <p:pic>
        <p:nvPicPr>
          <p:cNvPr id="53" name="Рисунок 52" descr="Изображение выглядит как Графика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C3E61EB7-43FF-4E63-5778-6104F6171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796693" y="1261574"/>
            <a:ext cx="212957" cy="377894"/>
          </a:xfrm>
          <a:prstGeom prst="rect">
            <a:avLst/>
          </a:prstGeom>
        </p:spPr>
      </p:pic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9C31D7AC-71F0-9DA6-7B2B-72636E2E44A3}"/>
              </a:ext>
            </a:extLst>
          </p:cNvPr>
          <p:cNvGrpSpPr/>
          <p:nvPr/>
        </p:nvGrpSpPr>
        <p:grpSpPr>
          <a:xfrm>
            <a:off x="2705350" y="9272966"/>
            <a:ext cx="1447300" cy="390706"/>
            <a:chOff x="2780412" y="9217417"/>
            <a:chExt cx="1447300" cy="390706"/>
          </a:xfrm>
        </p:grpSpPr>
        <p:pic>
          <p:nvPicPr>
            <p:cNvPr id="14" name="Рисунок 13" descr="Изображение выглядит как текст, Шрифт, логотип, Графика&#10;&#10;Автоматически созданное описание">
              <a:extLst>
                <a:ext uri="{FF2B5EF4-FFF2-40B4-BE49-F238E27FC236}">
                  <a16:creationId xmlns:a16="http://schemas.microsoft.com/office/drawing/2014/main" id="{D87CD620-EA00-0A86-1025-2A45BDFB5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81768"/>
            <a:stretch>
              <a:fillRect/>
            </a:stretch>
          </p:blipFill>
          <p:spPr>
            <a:xfrm>
              <a:off x="2780412" y="9217417"/>
              <a:ext cx="224586" cy="390706"/>
            </a:xfrm>
            <a:prstGeom prst="rect">
              <a:avLst/>
            </a:prstGeom>
          </p:spPr>
        </p:pic>
        <p:pic>
          <p:nvPicPr>
            <p:cNvPr id="5" name="Рисунок 4" descr="Изображение выглядит как текст, Шрифт, логотип, Графика&#10;&#10;Автоматически созданное описание">
              <a:extLst>
                <a:ext uri="{FF2B5EF4-FFF2-40B4-BE49-F238E27FC236}">
                  <a16:creationId xmlns:a16="http://schemas.microsoft.com/office/drawing/2014/main" id="{9B864893-3A5D-233A-3503-A20F399DA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81768"/>
            <a:stretch>
              <a:fillRect/>
            </a:stretch>
          </p:blipFill>
          <p:spPr>
            <a:xfrm>
              <a:off x="3187983" y="9217417"/>
              <a:ext cx="224586" cy="390706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текст, Шрифт, логотип, Графика&#10;&#10;Автоматически созданное описание">
              <a:extLst>
                <a:ext uri="{FF2B5EF4-FFF2-40B4-BE49-F238E27FC236}">
                  <a16:creationId xmlns:a16="http://schemas.microsoft.com/office/drawing/2014/main" id="{6781F57A-0BC1-8A27-BEC7-0D44F7D88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81768"/>
            <a:stretch>
              <a:fillRect/>
            </a:stretch>
          </p:blipFill>
          <p:spPr>
            <a:xfrm>
              <a:off x="3595554" y="9217417"/>
              <a:ext cx="224586" cy="390706"/>
            </a:xfrm>
            <a:prstGeom prst="rect">
              <a:avLst/>
            </a:prstGeom>
          </p:spPr>
        </p:pic>
        <p:pic>
          <p:nvPicPr>
            <p:cNvPr id="7" name="Рисунок 6" descr="Изображение выглядит как текст, Шрифт, логотип, Графика&#10;&#10;Автоматически созданное описание">
              <a:extLst>
                <a:ext uri="{FF2B5EF4-FFF2-40B4-BE49-F238E27FC236}">
                  <a16:creationId xmlns:a16="http://schemas.microsoft.com/office/drawing/2014/main" id="{318255AD-F54B-E761-9820-9BE953C69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81768"/>
            <a:stretch>
              <a:fillRect/>
            </a:stretch>
          </p:blipFill>
          <p:spPr>
            <a:xfrm>
              <a:off x="4003126" y="9217417"/>
              <a:ext cx="224586" cy="390706"/>
            </a:xfrm>
            <a:prstGeom prst="rect">
              <a:avLst/>
            </a:prstGeom>
          </p:spPr>
        </p:pic>
      </p:grp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380581F7-5770-41F4-143C-F99A94C4CE36}"/>
              </a:ext>
            </a:extLst>
          </p:cNvPr>
          <p:cNvSpPr/>
          <p:nvPr/>
        </p:nvSpPr>
        <p:spPr>
          <a:xfrm>
            <a:off x="5359734" y="9312133"/>
            <a:ext cx="457465" cy="457466"/>
          </a:xfrm>
          <a:prstGeom prst="roundRect">
            <a:avLst>
              <a:gd name="adj" fmla="val 83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06E5A6-4F71-388D-4195-93052C6FE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9631" y="356148"/>
            <a:ext cx="2303117" cy="388573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4D1E33FA-2842-C8C3-D7E3-046152716B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8083" y="9360483"/>
            <a:ext cx="360766" cy="360766"/>
          </a:xfrm>
          <a:prstGeom prst="rect">
            <a:avLst/>
          </a:prstGeom>
        </p:spPr>
      </p:pic>
      <p:sp>
        <p:nvSpPr>
          <p:cNvPr id="67" name="Скругленный прямоугольник 66">
            <a:extLst>
              <a:ext uri="{FF2B5EF4-FFF2-40B4-BE49-F238E27FC236}">
                <a16:creationId xmlns:a16="http://schemas.microsoft.com/office/drawing/2014/main" id="{8184939A-AFF2-3BC7-DD20-F3F941A7910B}"/>
              </a:ext>
            </a:extLst>
          </p:cNvPr>
          <p:cNvSpPr/>
          <p:nvPr/>
        </p:nvSpPr>
        <p:spPr>
          <a:xfrm>
            <a:off x="5930532" y="9312133"/>
            <a:ext cx="457465" cy="457466"/>
          </a:xfrm>
          <a:prstGeom prst="roundRect">
            <a:avLst>
              <a:gd name="adj" fmla="val 83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7A98E6D5-5E16-D4BE-804F-0E14B8B652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8881" y="9360483"/>
            <a:ext cx="360766" cy="36076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00DB556-0210-C386-11C3-CD4DBDE4E7D2}"/>
              </a:ext>
            </a:extLst>
          </p:cNvPr>
          <p:cNvSpPr txBox="1"/>
          <p:nvPr/>
        </p:nvSpPr>
        <p:spPr>
          <a:xfrm>
            <a:off x="466490" y="85821"/>
            <a:ext cx="489698" cy="2623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300" dirty="0">
                <a:solidFill>
                  <a:srgbClr val="43D374"/>
                </a:solidFill>
                <a:effectLst/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№1</a:t>
            </a:r>
            <a:endParaRPr lang="ru-RU" sz="1300" dirty="0">
              <a:solidFill>
                <a:srgbClr val="43D374"/>
              </a:solidFill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BA0FF2-D11D-FE21-1098-17FFE62234FF}"/>
              </a:ext>
            </a:extLst>
          </p:cNvPr>
          <p:cNvSpPr txBox="1"/>
          <p:nvPr/>
        </p:nvSpPr>
        <p:spPr>
          <a:xfrm>
            <a:off x="432177" y="2653058"/>
            <a:ext cx="228940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00" dirty="0">
                <a:latin typeface="SB Sans Text" panose="020B0503040504020204" pitchFamily="34" charset="-52"/>
                <a:cs typeface="SB Sans Text" panose="020B0503040504020204" pitchFamily="34" charset="-52"/>
              </a:rPr>
              <a:t>Шрифт основного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60942-EE79-5305-78E9-B0649829B5E9}"/>
              </a:ext>
            </a:extLst>
          </p:cNvPr>
          <p:cNvSpPr txBox="1"/>
          <p:nvPr/>
        </p:nvSpPr>
        <p:spPr>
          <a:xfrm>
            <a:off x="516732" y="2441914"/>
            <a:ext cx="3021107" cy="2754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dirty="0">
                <a:effectLst/>
                <a:latin typeface="SB Sans Display Semibold" panose="020B0703040504020204" pitchFamily="34" charset="0"/>
                <a:cs typeface="SB Sans Display Semibold" panose="020B0703040504020204" pitchFamily="34" charset="0"/>
              </a:rPr>
              <a:t>Шрифт заголовка</a:t>
            </a:r>
            <a:endParaRPr lang="ru-RU" sz="1400" dirty="0">
              <a:latin typeface="SB Sans Display Semibold" panose="020B0703040504020204" pitchFamily="34" charset="0"/>
              <a:cs typeface="SB Sans Display Semibold" panose="020B07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297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877</TotalTime>
  <Words>163</Words>
  <Application>Microsoft Macintosh PowerPoint</Application>
  <PresentationFormat>Произвольный</PresentationFormat>
  <Paragraphs>13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SB Sans Display Semibold</vt:lpstr>
      <vt:lpstr>Arial</vt:lpstr>
      <vt:lpstr>SB Sans Display</vt:lpstr>
      <vt:lpstr>Aptos Display</vt:lpstr>
      <vt:lpstr>Aptos</vt:lpstr>
      <vt:lpstr>SB Sans Text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Михаил  Балуев</dc:creator>
  <cp:lastModifiedBy>Дроздова Елена Васильевна</cp:lastModifiedBy>
  <cp:revision>18</cp:revision>
  <dcterms:created xsi:type="dcterms:W3CDTF">2024-09-23T17:12:44Z</dcterms:created>
  <dcterms:modified xsi:type="dcterms:W3CDTF">2026-09-24T10:08:31Z</dcterms:modified>
</cp:coreProperties>
</file>